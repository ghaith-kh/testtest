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Ouverture rassurante : « Aujourd'hui je vais vous montrer une méthode simple pour utiliser l'IA sans avoir besoin d'être technicien. En trois étapes, accessible à tout le monde. » Sourire, prendre son temps. 30 secondes.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Créer de l'empathie avant de parler d'IA. « On a tous vécu ça : trop de doc, pas assez de temps, et ce qu'on lit s'oublie. » Marquer une pause sur la phrase finale : « sans perdre le contrôle » — c'est le mot-clé qui va rassurer la salle.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Slide-clé de la présentation. La montrer d'abord dans son ensemble : « Voilà la méthode complète, en un coup d'œil. » Puis pointer chaque cercle en le nommant. On va détailler chaque étape dans les 3 slides suivantes. 1 min 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Rassurer sur le point le plus sensible : le contrôle. « L'IA ne fabrique pas des informations à partir de rien — c'est vous qui choisissez ce qu'elle lit. » Insister sur la colonne rouge : ne jamais donner de documents internes confidentiels à un outil grand public. 1 min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la plus importante après la slide 3. Message : pas besoin d'être ingénieur pour écrire un bon prompt. Quatre questions, comme quand on brief un collègue. La question 4 (« quoi éviter ») est celle qui rassure — c'est là qu'on dit à l'IA de ne pas inventer. 1 min 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le concret. « Voilà à quoi ressemble le résultat : une fiche courte, toujours structurée pareil, qu'on peut imprimer, partager, mettre à jour. » À droite, les bénéfices tangibles. Ne pas parler de « corpus » ou de « versionnement » ici — mots trop techniques pour ce public. 1 min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clôture rassurante. Prendre le temps de lire chaque message-clé à voix haute, calmement. Le message 1 est le plus important pour ce public : « Vous restez aux commandes. » Finir par 3 secondes de silence puis inviter aux questions. Ne jamais dire « merci » sec — c'est faible. 1 min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0"/>
            <a:ext cx="548640" cy="73152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3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Utiliser l'IA pour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566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3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apprendre plus vite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méthode simple, en trois étapes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548640" cy="73152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a tous le même problème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365760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3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Trop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03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documents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57400" y="4251960"/>
            <a:ext cx="457200" cy="36576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434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centaines de pages à lire, souvent en anglais.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1688" y="2194560"/>
            <a:ext cx="365760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61688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3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Peu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361688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03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temps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961888" y="4251960"/>
            <a:ext cx="457200" cy="36576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36008" y="4434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quotidien opérationnel prime, la formation attend.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75320" y="2194560"/>
            <a:ext cx="365760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3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Faible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03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rétention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875520" y="4251960"/>
            <a:ext cx="457200" cy="36576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49640" y="4434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lit en linéaire s'oublie vite sans structure.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003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si on demandait de l'aide, sans perdre le contrôle ?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66568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548640" cy="73152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méthode en trois étapes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97280" y="2194560"/>
            <a:ext cx="1828800" cy="1828800"/>
          </a:xfrm>
          <a:prstGeom prst="ellipse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1945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source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7091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document fiable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(livre, formation, doc officielle)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2788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5166360" y="2194560"/>
            <a:ext cx="1828800" cy="1828800"/>
          </a:xfrm>
          <a:prstGeom prst="ellipse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66360" y="21945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80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prompt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47091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demande claire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l'IA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788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9235440" y="2194560"/>
            <a:ext cx="1828800" cy="1828800"/>
          </a:xfrm>
          <a:prstGeom prst="ellipse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35440" y="21945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80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livrable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47091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fiche courte,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structurée, réutilisable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tout. Trois étapes, dix minutes de préparation, et on gagne des heures.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66568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548640" cy="73152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Étape 1 — Choisir une bonne source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n'invente pas. Elle travaille sur ce qu'on lui donne.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548640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2D86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560320"/>
            <a:ext cx="5486400" cy="548640"/>
          </a:xfrm>
          <a:prstGeom prst="rect">
            <a:avLst/>
          </a:prstGeom>
          <a:solidFill>
            <a:srgbClr val="2D8659"/>
          </a:solidFill>
          <a:ln w="12700">
            <a:solidFill>
              <a:srgbClr val="2D86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560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PRIVILÉGIER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8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officielle d'un éditeur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8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 ou guide de référence (Redbook, etc.)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8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572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 formation reconnu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8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5212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publié par une source identifiée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2560320"/>
            <a:ext cx="548640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B245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560320"/>
            <a:ext cx="5486400" cy="548640"/>
          </a:xfrm>
          <a:prstGeom prst="rect">
            <a:avLst/>
          </a:prstGeom>
          <a:solidFill>
            <a:srgbClr val="B24545"/>
          </a:solidFill>
          <a:ln w="12700">
            <a:solidFill>
              <a:srgbClr val="B245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2560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ÉVITER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2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Blogs anonymes ou approximatifs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2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Résumés déjà générés par une autre IA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2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4572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internes confidentiels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2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5212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non vérifiables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qualité de la fiche dépend directement de la qualité de la source.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247120" y="66568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548640" cy="73152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Étape 2 — Écrire une demande claire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bon prompt tient en quatre questions simples.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5394960" cy="1691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468880"/>
            <a:ext cx="914400" cy="1691640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468880"/>
            <a:ext cx="914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97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doit répondre ?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2918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Un expert en assurance-vie, expérimenté. 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468880"/>
            <a:ext cx="5394960" cy="1691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2468880"/>
            <a:ext cx="914400" cy="1691640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2468880"/>
            <a:ext cx="914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697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doit-il faire ?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32918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Résumer ce document en fiche courte. »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5394960" cy="1691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343400"/>
            <a:ext cx="914400" cy="1691640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343400"/>
            <a:ext cx="914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572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présenter ?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51663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En français, avec titres et points-clés. »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4343400"/>
            <a:ext cx="5394960" cy="1691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4343400"/>
            <a:ext cx="914400" cy="1691640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4343400"/>
            <a:ext cx="914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4572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Quoi éviter ?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51663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Ne rien inventer. Signaler si une info manque. »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0" y="66568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548640" cy="73152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Étape 3 — Obtenir un livrable exploitable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récupère à la fin, en quelques minutes 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59436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560320"/>
            <a:ext cx="5943600" cy="3840480"/>
          </a:xfrm>
          <a:prstGeom prst="rect">
            <a:avLst/>
          </a:prstGeom>
          <a:solidFill>
            <a:srgbClr val="E5E8EC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468880"/>
            <a:ext cx="59436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68880"/>
            <a:ext cx="5943600" cy="457200"/>
          </a:xfrm>
          <a:prstGeom prst="rect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4688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— Sujet abordé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54864" cy="18288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108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36499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retenir en 3 lignes.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54864" cy="18288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8862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Points-clés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14223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Concept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Concept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Concept 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54864" cy="18288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663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Pièges à éviter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91947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erreurs classiques signalées.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5486400"/>
            <a:ext cx="54864" cy="18288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440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creuser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69671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questions ouvertes.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GAGNE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0" y="3017520"/>
            <a:ext cx="137160" cy="137160"/>
          </a:xfrm>
          <a:prstGeom prst="ellipse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temps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3200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lecture de plusieurs heures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tient en quelques pages.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0" y="3840480"/>
            <a:ext cx="137160" cy="137160"/>
          </a:xfrm>
          <a:prstGeom prst="ellipse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3232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clarté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0" y="4023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même structure d'une fiche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l'autre, facile à comparer.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0" y="4663440"/>
            <a:ext cx="137160" cy="137160"/>
          </a:xfrm>
          <a:prstGeom prst="ellipse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3232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mémoire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4846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structuré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retient mieux.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58000" y="5486400"/>
            <a:ext cx="137160" cy="137160"/>
          </a:xfrm>
          <a:prstGeom prst="ellipse">
            <a:avLst/>
          </a:prstGeom>
          <a:solidFill>
            <a:srgbClr val="003876"/>
          </a:solidFill>
          <a:ln w="12700">
            <a:solidFill>
              <a:srgbClr val="00387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32320" y="5394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partage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0" y="5669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fiche courte se transmet,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relit, se met à jour.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1247120" y="66568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38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548640" cy="73152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qu'il faut retenir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Vous restez aux commandes.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2788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vous qui choisissez la source, écrivez la demande, validez le résultat.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520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L'IA ne remplace pas votre expertise.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4023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vous fait gagner du temps sur la lecture et la mise en forme, rien de plus.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méthode est simple, applicable dès demain.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5257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étapes, quatre questions, un livrable. Pas besoin d'être technicien.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5852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Utiliser l'IA pour apprendre plus vite</dc:title>
  <dc:subject>PptxGenJS Presentation</dc:subject>
  <dc:creator>LCL</dc:creator>
  <cp:lastModifiedBy>LCL</cp:lastModifiedBy>
  <cp:revision>1</cp:revision>
  <dcterms:created xsi:type="dcterms:W3CDTF">2026-09-14T13:01:31Z</dcterms:created>
  <dcterms:modified xsi:type="dcterms:W3CDTF">2026-09-14T13:01:31Z</dcterms:modified>
</cp:coreProperties>
</file>